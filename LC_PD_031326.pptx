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800" kern="0" dirty="0">
                <a:solidFill>
                  <a:srgbClr val="4B00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T3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0" y="2194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Track. Trust. Transform.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18288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Brand Visibility &amp; Trust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HBCU Battle of the Brains 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297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Front Door: Trustworthy AI Product Discovery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New Front Door to Commerce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4630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06040" cy="4572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B00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200M+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weekly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463040"/>
            <a:ext cx="2606040" cy="14630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46304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2240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searches show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Overviews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606040" cy="14630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463040"/>
            <a:ext cx="260604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60020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$67.4B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2402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Losses from 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hallucinations (2024)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13716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1520" y="3337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consumers encountered AI misinformation  |  </a:t>
            </a:r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 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purchases based on it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31520" y="39319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have ZERO visibility into what AI says about their products.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SEO, ads, and analytics can’t measure AI recommendations.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Insight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4B008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Browses the Web. We Optimize What It Finds.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1554480" cy="201168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56032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97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Schema.org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Machine-readable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facts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parses first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2560320"/>
            <a:ext cx="1554480" cy="201168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76272" y="256032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2176272" y="2697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Content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67712" y="32004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 exact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queries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encounters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95344" y="2560320"/>
            <a:ext cx="1554480" cy="201168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95344" y="256032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2697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Phrases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86784" y="32004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pages rank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 category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14416" y="2560320"/>
            <a:ext cx="1554480" cy="201168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14416" y="256032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8"/>
          <p:cNvSpPr/>
          <p:nvPr/>
        </p:nvSpPr>
        <p:spPr>
          <a:xfrm>
            <a:off x="5614416" y="2697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Intel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05856" y="32004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which sites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relies on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category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33488" y="2560320"/>
            <a:ext cx="1554480" cy="201168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33488" y="2560320"/>
            <a:ext cx="155448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7333488" y="2697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24928" y="3200400"/>
            <a:ext cx="1371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dates make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prefer current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stale data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 Overview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→ Trust → Transform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06040" cy="32918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84248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automated queries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4 AI platforms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24328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642616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Claim-level extraction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classification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282696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300984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truth comparison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anomaly detection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941064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959352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intelligence &amp;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audience mapping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280160"/>
            <a:ext cx="2606040" cy="32918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1280160"/>
            <a:ext cx="26060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3337560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TRUST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474720" y="1965960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0" name="Text 18"/>
          <p:cNvSpPr/>
          <p:nvPr/>
        </p:nvSpPr>
        <p:spPr>
          <a:xfrm>
            <a:off x="3566160" y="1984248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detection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claim level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0" y="2624328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2642616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pipeline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74720" y="3282696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4" name="Text 22"/>
          <p:cNvSpPr/>
          <p:nvPr/>
        </p:nvSpPr>
        <p:spPr>
          <a:xfrm>
            <a:off x="3566160" y="3300984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Schema.org JSON-LD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474720" y="3941064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959352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&amp; key phrase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1280160"/>
            <a:ext cx="2606040" cy="32918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17920" y="1280160"/>
            <a:ext cx="2606040" cy="4572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14173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B00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6355080" y="1965960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1984248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optimized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to web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5080" y="2624328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3" name="Text 31"/>
          <p:cNvSpPr/>
          <p:nvPr/>
        </p:nvSpPr>
        <p:spPr>
          <a:xfrm>
            <a:off x="6446520" y="2642616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Re-scan AI 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corrections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3282696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5" name="Text 33"/>
          <p:cNvSpPr/>
          <p:nvPr/>
        </p:nvSpPr>
        <p:spPr>
          <a:xfrm>
            <a:off x="6446520" y="3300984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metrics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ROI dashboard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3941064"/>
            <a:ext cx="2331720" cy="566928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3959352"/>
            <a:ext cx="21488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 tracking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time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06324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943600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→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full-stack application — not a mockup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0058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Score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B00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78.4%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60320" y="1371600"/>
            <a:ext cx="1920240" cy="10058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Inclusion Rate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72.1%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920240" cy="10058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85.3%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766560" y="1371600"/>
            <a:ext cx="1920240" cy="10058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66560" y="16916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12.8%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2606040" cy="19202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651760"/>
            <a:ext cx="54864" cy="1920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Frontend Pages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Alerts, Claims,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Query, Content Gen,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Sources, Audience, Ethics,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Checker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7560" y="2651760"/>
            <a:ext cx="2606040" cy="19202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651760"/>
            <a:ext cx="54864" cy="1920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352044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Backend Engines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52044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Query, Parser, Hallucination,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Anomaly, Source Intel,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Content, Validator, Audience,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Improvement, Fact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Check, Orchestrator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17920" y="2651760"/>
            <a:ext cx="2606040" cy="19202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651760"/>
            <a:ext cx="54864" cy="1920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2743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Sponsor Brands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0" y="310896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Dell, eBay, NFL,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Depot, Cisco,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Thrivent, HEB 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 seeded data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Query → Hallucination Detection → Content Fix → Verify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600200" cy="301752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08760"/>
            <a:ext cx="548640" cy="54864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Asks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6517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"Best laptop under $800"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ChatGPT, Gemini,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Perplexity, Copilot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47088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57400" y="1371600"/>
            <a:ext cx="1600200" cy="301752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508760"/>
            <a:ext cx="548640" cy="548640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14884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Extracts Claims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6517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factual statement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and categorized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Claude NLP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30168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840480" y="1371600"/>
            <a:ext cx="1600200" cy="301752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43400" y="150876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93192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Hallucinations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26517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compared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ground truth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for each product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13248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23560" y="1371600"/>
            <a:ext cx="1600200" cy="301752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508760"/>
            <a:ext cx="548640" cy="54864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71500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Fix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715000" y="26517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Schema.org JSON-LD,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content, optimized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descriptions created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96328" y="2560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7406640" y="1371600"/>
            <a:ext cx="1600200" cy="301752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09560" y="15087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98080" y="219456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Improvement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98080" y="265176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Re-scan AI platforms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confirm corrections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were picked 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Sponsor Applications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32004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2331720" cy="8229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recommends discontinued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laptops with wrong specs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FIX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3108960"/>
            <a:ext cx="2331720" cy="9144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1546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Schema.org with current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models, verified pricing,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RAM/storage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1097280"/>
            <a:ext cx="2606040" cy="32004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097280"/>
            <a:ext cx="26060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HEB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474720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965960"/>
            <a:ext cx="2331720" cy="8229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hallucinates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locations outside Texas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FIX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331720" cy="9144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31546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 content targeting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"HEB near me" queries,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curbside/delivery coverage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097280"/>
            <a:ext cx="2606040" cy="32004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097280"/>
            <a:ext cx="2606040" cy="4572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B00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NFL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1737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55080" y="1965960"/>
            <a:ext cx="2331720" cy="82296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011680"/>
            <a:ext cx="2148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says Sunday Ticket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still on DirecTV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8803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FIX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55080" y="3108960"/>
            <a:ext cx="2331720" cy="9144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3154680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 NFL+ pricing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tiers, YouTube streaming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corrections via Schema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serving: Cisco  |  Home Depot  |  eBay  |  Thrivent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platform that completes the full Track → Trust → Transform loop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4B00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Otterly.ai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Evertune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F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Peec 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F3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Multi-platform 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Claim-level extraction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Hallucination detection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 generation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Schema.org output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fact-checker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 intelligence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 verification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2C55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D1B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61D2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27432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AI platforms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queries/mo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606040" cy="27432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097280"/>
            <a:ext cx="2606040" cy="4572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1234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37560" y="1554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33756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3774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AI platforms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queries/mo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2606040" cy="27432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097280"/>
            <a:ext cx="26060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2344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$5,000+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217920" y="20116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2377440"/>
            <a:ext cx="2057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queries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suite + API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Fact-Checker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CSM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161D2F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clients = $10K–25K/month</a:t>
            </a:r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MVP cost: ~$275/month   |   </a:t>
            </a:r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from Day 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Ethics &amp; Consumer Protection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23774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0604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Monitor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automated scans across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AI platforms. Claim-level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and ground truth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comparison. Anomaly detection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sudden changes.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606040" cy="23774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097280"/>
            <a:ext cx="2606040" cy="457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1737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5-step automated pipeline: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→ Alert → Generate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→ Validate 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Fix. Content validated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publishing.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606040" cy="237744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606040" cy="4572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88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2344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Prove It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173736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Before/after hallucination rates.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Trust Score composite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metric. ROI calculations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reach and support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reduction.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161D2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Fact-Checker: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Democratizes AI accountability. Everyday shoppers can verify AI recommendations before purchasing. Two-sided platform creates trust for both brands and consumers.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Measurement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3716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Reduction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13716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97280"/>
            <a:ext cx="1920240" cy="36576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B00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Trust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Increase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3716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Reach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13716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97280"/>
            <a:ext cx="192024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76656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Ticket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161D2F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743200"/>
            <a:ext cx="54864" cy="1828800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HBCU Impact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Creation: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creates roles in AI quality assurance — a growing field where HBCU talent is underrepresented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 Pipeline: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 gain real-world experience in AI/ML, data engineering, and full-stack development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Equity: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Fact-Checker ensures all consumers — regardless of technical skill — can verify AI recommendations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2743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144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600" kern="0" dirty="0">
                <a:solidFill>
                  <a:srgbClr val="4B00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737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Track. Trust. Transform.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18288"/>
          </a:xfrm>
          <a:prstGeom prst="rect">
            <a:avLst/>
          </a:prstGeom>
          <a:solidFill>
            <a:srgbClr val="4B0082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468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engines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pages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4B0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brands</a:t>
            </a:r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|  </a:t>
            </a:r>
            <a:pPr algn="ctr"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complete platform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828800" y="3108960"/>
            <a:ext cx="5486400" cy="1097280"/>
          </a:xfrm>
          <a:prstGeom prst="rect">
            <a:avLst/>
          </a:prstGeom>
          <a:solidFill>
            <a:srgbClr val="4B008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3200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make AI tell the truth about your brand.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4389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 College  |  HBCU Battle of the Brains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T3 — Track. Trust. Transform.</dc:title>
  <dc:subject>PptxGenJS Presentation</dc:subject>
  <dc:creator>Lane College</dc:creator>
  <cp:lastModifiedBy>Lane College</cp:lastModifiedBy>
  <cp:revision>1</cp:revision>
  <dcterms:created xsi:type="dcterms:W3CDTF">2026-03-12T18:22:23Z</dcterms:created>
  <dcterms:modified xsi:type="dcterms:W3CDTF">2026-03-12T18:22:23Z</dcterms:modified>
</cp:coreProperties>
</file>